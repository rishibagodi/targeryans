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B9792-AEEE-4FD5-B5CE-B1C527505D0D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47576-3A75-4C36-A90F-561C24E31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138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47576-3A75-4C36-A90F-561C24E3195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048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B35B-15DF-1563-E1E6-3845FCA76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6EE55-FF90-A823-16A1-6F6450F84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45E6-E02A-630E-9E35-B5509852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CFF2-04C4-D152-4B8C-AFED00A0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12CE-DCE2-96EF-7CEE-8E5D563E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1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6BCA-7DA4-AC5D-DB5B-BF00F775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1BD7-71AC-9349-A609-C51E816F4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B6FAA-61B0-77BB-CEF0-F1CF07A3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C92B-15E0-3E8F-AD28-102BD8E9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F385-A966-EA8E-0ECE-49D772CA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21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E79-18B3-6824-A352-5DD67F9E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9A1D8-509A-42D0-50B0-76D2447C3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7469-EB53-4791-3819-CB948C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3A63-86B2-56C2-146C-375C09EF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B58CA-558F-0BA3-2E77-81074CAA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20D9-4F99-6D14-D995-CAA15D3F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99739-08A2-9366-52EB-7D3C17D39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9B05-C5F0-60AB-4006-D800F2FCB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5333-A7F4-9901-56FD-ACDD167D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76C3F-6B03-39CA-5636-A61F11DF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9D20D-CA3D-5E6B-0E76-D97F909C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9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7F43-199E-9BCE-4D50-8954E0B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944D7-22FF-36E1-07F6-22B641C1A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578C-0C27-36FD-D472-D82FECC0B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E7AE5-1AAE-E65C-8B3C-DFFEBDDFC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FE1B1-3F36-0693-EC88-BD4DD6BA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C6DC3-E138-7203-3032-7A1B1C8F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A86E1-47F6-C489-4161-38C1E5B2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2C850-8984-D4A3-A7DE-A2403DF6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1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10CE-4398-0C10-BE9E-9D6A4199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4C36B-338F-4187-B505-9F3CCC6A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0D226-7EC5-6E85-9BBB-1CCA9096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ED67B-ACA7-C075-7748-E1BB773F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5109B3-7EF0-CD32-1BFA-5328B75A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A2E8F-C387-572C-CD62-8CF7A66F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60C2C-1F2B-51AB-C9F8-19DB999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1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6AEC-9BA0-FC55-91D9-596305A8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D214-E3F2-EEB2-2959-022E2A6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B84B-ADF1-B398-7318-B2C5B1F9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AFB36-A21B-414B-9428-9E72946D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86F34-1B4B-6F27-5041-44614842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251D5-4BB1-F69B-6B1F-7E84E162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67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2E39-BD9F-5C3C-D08A-AB8A6285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02E83-9BBB-546C-6579-DB7689994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81896-3FD0-751E-CB7B-EA1C04BD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8E466-427F-63B4-ED25-284497B2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ABBE-94A1-F6B9-10C0-40671AE5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34366-3637-7934-0DF7-A5830FB1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5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C403-1CBB-80EC-73A8-3EDB4CFC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4E7E-9512-F79C-3FD5-4EBFF865A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D681-3469-5E46-6E8F-BB3E5942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37A4-C073-9A53-503A-8B3D7CE91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EE962-73F4-EA2D-AED4-1273FAF7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782872-BD1F-5FE4-6E63-AD318388E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1EE48-43E8-58C9-147D-9441A5177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C8A8-3FED-5156-3D67-A68A70FF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C20D-3E76-6CC2-EA7D-E05C92D04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1B5D8-51DD-5D53-BABF-6B8E5E54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0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0BA52-6A8D-EDB3-CBD0-0AAD804F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28725-ED4F-0BC9-E489-8DF39A73F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1F21-289C-BD44-047B-155F9FB92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D403A-96C4-4E6D-A71F-8A0C524F883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1A81-041A-5B2C-CADF-7173BB18D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948D-7CCA-4327-C4DE-AA33A24A4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BF9F6-EF0C-42F6-AD23-B39F56094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7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FA9D-AA8C-183A-340F-4284C253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00F163-E7FA-1B2C-D5E0-4ABC6D628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D2B560-468C-AE00-FD08-190FAA9C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 err="1">
                <a:latin typeface="Montserrat" panose="00000500000000000000" pitchFamily="2" charset="0"/>
              </a:rPr>
              <a:t>LoanLens</a:t>
            </a:r>
            <a:endParaRPr lang="en-IN" b="1" dirty="0">
              <a:latin typeface="Montserrat" panose="000005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8AD9CD-CFB0-97F2-617B-EF14201326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414257"/>
            <a:ext cx="628281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LoanLens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Tagline: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LoanLens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instantly shows how much of your income  	is locked in EMIs , so you never over-borrow again.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Targeryans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DevCraft: Simon’s Command 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Date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06/04/2026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Domain:  </a:t>
            </a:r>
            <a:r>
              <a:rPr lang="en-US" alt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FinTech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3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8B3B-0FDC-937D-B730-D2DCFE2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A4A0CE-87ED-FA30-F1CA-9ABEA2411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E70B9-3D8E-AC8C-FD71-33A8999F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C42E2-B03A-1F39-A18A-616A4BA03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04134"/>
          </a:xfrm>
        </p:spPr>
        <p:txBody>
          <a:bodyPr>
            <a:normAutofit/>
          </a:bodyPr>
          <a:lstStyle/>
          <a:p>
            <a:r>
              <a:rPr lang="en-US" dirty="0"/>
              <a:t> Many users know their loan amount but cannot clearly estimate monthly repayment impact. Loan decisions are often made without visibility into savings, surplus, and payoff speed. Existing tracking is fragmented: EMI calculators, notes apps, and bank statements are disconnected. Users need one place to plan loan commitments, savings goals, and faster debt closure.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13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82DC-8B8F-5773-F3B9-0B382CCD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D13157-B955-921F-107B-76F8794C0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BE8F45-6E88-24FC-6BE1-2BF874E6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Target Audience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A2422-340E-8474-6CA8-CC69D2C58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36490"/>
            <a:ext cx="9144000" cy="3539613"/>
          </a:xfrm>
        </p:spPr>
        <p:txBody>
          <a:bodyPr>
            <a:normAutofit/>
          </a:bodyPr>
          <a:lstStyle/>
          <a:p>
            <a:r>
              <a:rPr lang="en-US" dirty="0"/>
              <a:t>Young professionals managing first-time loans. </a:t>
            </a:r>
          </a:p>
          <a:p>
            <a:r>
              <a:rPr lang="en-US" dirty="0"/>
              <a:t>Families balancing multiple active loans and monthly expenses.</a:t>
            </a:r>
          </a:p>
          <a:p>
            <a:r>
              <a:rPr lang="en-US" dirty="0"/>
              <a:t> Salaried individuals planning new borrowing decisions.</a:t>
            </a:r>
          </a:p>
          <a:p>
            <a:r>
              <a:rPr lang="en-US" dirty="0"/>
              <a:t> Financially conscious users who want quicker debt payoff with structured prepayments.</a:t>
            </a:r>
          </a:p>
        </p:txBody>
      </p:sp>
    </p:spTree>
    <p:extLst>
      <p:ext uri="{BB962C8B-B14F-4D97-AF65-F5344CB8AC3E}">
        <p14:creationId xmlns:p14="http://schemas.microsoft.com/office/powerpoint/2010/main" val="365731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0F17-D71F-4E5D-8264-47A9F6A2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C68430-CC32-D06A-B654-DB3AF9A53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DFB8E-8883-9ACA-6E6F-AA08D471D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Existing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32734-F5D3-955D-986B-0A58CBD1BA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Basic online EMI calculators (single-loan, no savings integration).</a:t>
            </a:r>
          </a:p>
          <a:p>
            <a:pPr marL="342900" indent="-342900">
              <a:buFontTx/>
              <a:buChar char="-"/>
            </a:pPr>
            <a:r>
              <a:rPr lang="en-US" dirty="0"/>
              <a:t> Spreadsheet-based personal finance trackers.</a:t>
            </a:r>
          </a:p>
          <a:p>
            <a:pPr marL="342900" indent="-342900">
              <a:buFontTx/>
              <a:buChar char="-"/>
            </a:pPr>
            <a:r>
              <a:rPr lang="en-US" dirty="0"/>
              <a:t> Banking apps that show due amounts but limited planning insights.</a:t>
            </a:r>
          </a:p>
          <a:p>
            <a:pPr marL="342900" indent="-342900">
              <a:buFontTx/>
              <a:buChar char="-"/>
            </a:pPr>
            <a:r>
              <a:rPr lang="en-US" dirty="0"/>
              <a:t> Generic budgeting apps without loan-specific payoff strategy modeling.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14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8092-3A14-DA37-5C79-FFB96B5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6E1A02-DDF7-89F3-98B0-23412617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5C0A3-67F8-05CD-6B78-1C156A8A8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Gaps &amp; Opportunities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9272C-21BB-FC22-D358-FB4BA9D50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39429"/>
            <a:ext cx="9144000" cy="3538352"/>
          </a:xfrm>
        </p:spPr>
        <p:txBody>
          <a:bodyPr>
            <a:normAutofit lnSpcReduction="10000"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Gap:</a:t>
            </a:r>
          </a:p>
          <a:p>
            <a:pPr marL="342900" indent="-342900">
              <a:buFontTx/>
              <a:buChar char="-"/>
            </a:pPr>
            <a:r>
              <a:rPr lang="en-US" dirty="0"/>
              <a:t> No integrated view of loan + savings + prepayment outcome.</a:t>
            </a:r>
          </a:p>
          <a:p>
            <a:pPr marL="342900" indent="-342900">
              <a:buFontTx/>
              <a:buChar char="-"/>
            </a:pPr>
            <a:r>
              <a:rPr lang="en-US" dirty="0"/>
              <a:t>Users cannot quickly compare normal payoff vs accelerated payoff.</a:t>
            </a:r>
          </a:p>
          <a:p>
            <a:pPr marL="342900" indent="-342900">
              <a:buFontTx/>
              <a:buChar char="-"/>
            </a:pPr>
            <a:r>
              <a:rPr lang="en-US" dirty="0"/>
              <a:t>Lack of actionable guidance tied to monthly surplus.-</a:t>
            </a:r>
          </a:p>
          <a:p>
            <a:pPr marL="342900" indent="-342900">
              <a:buFontTx/>
              <a:buChar char="-"/>
            </a:pPr>
            <a:r>
              <a:rPr lang="en-US" dirty="0"/>
              <a:t>Opportunity:</a:t>
            </a:r>
          </a:p>
          <a:p>
            <a:pPr marL="342900" indent="-342900">
              <a:buFontTx/>
              <a:buChar char="-"/>
            </a:pPr>
            <a:r>
              <a:rPr lang="en-US" dirty="0"/>
              <a:t> Build an intelligent decision layer that converts financial inputs into practical monthly strategy.</a:t>
            </a:r>
          </a:p>
          <a:p>
            <a:pPr marL="342900" indent="-342900">
              <a:buFontTx/>
              <a:buChar char="-"/>
            </a:pPr>
            <a:r>
              <a:rPr lang="en-US" dirty="0"/>
              <a:t>- Make debt reduction planning simple and visual for non-finance users.</a:t>
            </a:r>
          </a:p>
        </p:txBody>
      </p:sp>
    </p:spTree>
    <p:extLst>
      <p:ext uri="{BB962C8B-B14F-4D97-AF65-F5344CB8AC3E}">
        <p14:creationId xmlns:p14="http://schemas.microsoft.com/office/powerpoint/2010/main" val="81080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A417-F70C-76F1-8DA7-9F84EA24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AD5367-3E92-5729-6FD7-273C70AAD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7607C-AF5E-2567-232F-3994FF9F2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Your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D9A0F-685D-2B29-DBD0-99378586E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936414"/>
          </a:xfrm>
        </p:spPr>
        <p:txBody>
          <a:bodyPr>
            <a:normAutofit lnSpcReduction="10000"/>
          </a:bodyPr>
          <a:lstStyle/>
          <a:p>
            <a:pPr marL="342900" indent="-342900">
              <a:buFontTx/>
              <a:buChar char="-"/>
            </a:pPr>
            <a:r>
              <a:rPr lang="en-US" dirty="0" err="1"/>
              <a:t>LoanLens</a:t>
            </a:r>
            <a:r>
              <a:rPr lang="en-US" dirty="0"/>
              <a:t> is an integrated web platform for loan planning and savings-based debt optimization.</a:t>
            </a:r>
          </a:p>
          <a:p>
            <a:pPr marL="342900" indent="-342900">
              <a:buFontTx/>
              <a:buChar char="-"/>
            </a:pPr>
            <a:r>
              <a:rPr lang="en-US" dirty="0"/>
              <a:t>- Users enter loan amount and tenure; </a:t>
            </a:r>
            <a:r>
              <a:rPr lang="en-US" dirty="0" err="1"/>
              <a:t>LoanLens</a:t>
            </a:r>
            <a:r>
              <a:rPr lang="en-US" dirty="0"/>
              <a:t> derives monthly commitment automatically.</a:t>
            </a:r>
          </a:p>
          <a:p>
            <a:pPr marL="342900" indent="-342900">
              <a:buFontTx/>
              <a:buChar char="-"/>
            </a:pPr>
            <a:r>
              <a:rPr lang="en-US" dirty="0"/>
              <a:t>- It combines EMI risk analysis, savings dashboard, and prepayment planning in one workflow.</a:t>
            </a:r>
          </a:p>
          <a:p>
            <a:pPr marL="342900" indent="-342900">
              <a:buFontTx/>
              <a:buChar char="-"/>
            </a:pPr>
            <a:r>
              <a:rPr lang="en-US" dirty="0"/>
              <a:t>- The platform shows when a loan can be closed faster based on extra monthly payment capacity.</a:t>
            </a:r>
          </a:p>
        </p:txBody>
      </p:sp>
    </p:spTree>
    <p:extLst>
      <p:ext uri="{BB962C8B-B14F-4D97-AF65-F5344CB8AC3E}">
        <p14:creationId xmlns:p14="http://schemas.microsoft.com/office/powerpoint/2010/main" val="134791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2507-FD22-2E16-53F4-E66535A4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CE28E-E731-156C-EDC9-D5CD678B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5F80B-DB77-DFBE-02AB-06459A8C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Key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A093E-F6A2-06B2-265C-B880832B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80775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Loan Schedule: total amount + tenure input for each loan.</a:t>
            </a:r>
          </a:p>
          <a:p>
            <a:r>
              <a:rPr lang="en-US" dirty="0"/>
              <a:t>- Automatic Monthly Commitment calculation across all loans.</a:t>
            </a:r>
          </a:p>
          <a:p>
            <a:pPr marL="342900" indent="-342900">
              <a:buFontTx/>
              <a:buChar char="-"/>
            </a:pPr>
            <a:r>
              <a:rPr lang="en-US" dirty="0"/>
              <a:t> EMI Risk Analysis with ratio-based status and guidance.</a:t>
            </a:r>
          </a:p>
          <a:p>
            <a:pPr marL="342900" indent="-342900">
              <a:buFontTx/>
              <a:buChar char="-"/>
            </a:pPr>
            <a:r>
              <a:rPr lang="en-US" dirty="0"/>
              <a:t> Savings Dashboard: surplus, emergency target, goal feasibility, balance after saving</a:t>
            </a:r>
          </a:p>
          <a:p>
            <a:r>
              <a:rPr lang="en-US" dirty="0"/>
              <a:t>- Prepayment Planner: extra payment simulation, new payoff time, months saved.</a:t>
            </a:r>
          </a:p>
          <a:p>
            <a:r>
              <a:rPr lang="en-US" dirty="0"/>
              <a:t>- Monthly Ledger: auto-save month/year records with user-entered savings.</a:t>
            </a:r>
          </a:p>
        </p:txBody>
      </p:sp>
    </p:spTree>
    <p:extLst>
      <p:ext uri="{BB962C8B-B14F-4D97-AF65-F5344CB8AC3E}">
        <p14:creationId xmlns:p14="http://schemas.microsoft.com/office/powerpoint/2010/main" val="160721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CE99-2961-B95A-6509-047601B3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5206E9-DF7E-9DFF-CAC2-03673EB75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1795BD-090E-6657-E419-87C2FF670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906B9-56E0-797C-DD33-8F28BE5FF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15072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Frontend (React + Vite): UI, calculations, dashboard rendering, local interactions.</a:t>
            </a:r>
          </a:p>
          <a:p>
            <a:pPr marL="342900" indent="-342900">
              <a:buFontTx/>
              <a:buChar char="-"/>
            </a:pPr>
            <a:r>
              <a:rPr lang="en-US" dirty="0"/>
              <a:t>- Backend (Express API): analysis endpoints, risk classification, advisory response assembly.</a:t>
            </a:r>
          </a:p>
          <a:p>
            <a:pPr marL="342900" indent="-342900">
              <a:buFontTx/>
              <a:buChar char="-"/>
            </a:pPr>
            <a:r>
              <a:rPr lang="en-US" dirty="0"/>
              <a:t>- Local Persistence (browser </a:t>
            </a:r>
            <a:r>
              <a:rPr lang="en-US" dirty="0" err="1"/>
              <a:t>localStorage</a:t>
            </a:r>
            <a:r>
              <a:rPr lang="en-US" dirty="0"/>
              <a:t>): month-wise ledger and savings records.</a:t>
            </a:r>
          </a:p>
          <a:p>
            <a:pPr marL="342900" indent="-342900">
              <a:buFontTx/>
              <a:buChar char="-"/>
            </a:pPr>
            <a:r>
              <a:rPr lang="en-US" dirty="0"/>
              <a:t>- Optional AI Advice Layer (Claude integration): personalized recommendations with fallback generator.</a:t>
            </a:r>
          </a:p>
          <a:p>
            <a:pPr marL="342900" indent="-342900">
              <a:buFontTx/>
              <a:buChar char="-"/>
            </a:pPr>
            <a:r>
              <a:rPr lang="en-US" dirty="0"/>
              <a:t>- Data Flow: User Input → Analyze API → Risk/summary response → Dashboard + planner insights.</a:t>
            </a:r>
          </a:p>
        </p:txBody>
      </p:sp>
    </p:spTree>
    <p:extLst>
      <p:ext uri="{BB962C8B-B14F-4D97-AF65-F5344CB8AC3E}">
        <p14:creationId xmlns:p14="http://schemas.microsoft.com/office/powerpoint/2010/main" val="69631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81B4-DCB3-98E2-06A8-576EFC80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17783E-C433-A152-F467-61CD75CD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1FA6C2-5A0A-1FF0-1EBE-5E203A16E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Tech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79BA1-238F-16C1-81DD-F89092E266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Frontend: React, Vite, Tailwind CSS.</a:t>
            </a:r>
          </a:p>
          <a:p>
            <a:pPr marL="342900" indent="-342900">
              <a:buFontTx/>
              <a:buChar char="-"/>
            </a:pPr>
            <a:r>
              <a:rPr lang="en-US" dirty="0"/>
              <a:t>- Backend: Node.js, Express, CORS, </a:t>
            </a:r>
            <a:r>
              <a:rPr lang="en-US" dirty="0" err="1"/>
              <a:t>dotenv</a:t>
            </a:r>
            <a:r>
              <a:rPr lang="en-US" dirty="0"/>
              <a:t>.-</a:t>
            </a:r>
          </a:p>
          <a:p>
            <a:pPr marL="342900" indent="-342900">
              <a:buFontTx/>
              <a:buChar char="-"/>
            </a:pPr>
            <a:r>
              <a:rPr lang="en-US" dirty="0"/>
              <a:t> AI : Anthropic Claude API.- Persistence: </a:t>
            </a:r>
            <a:r>
              <a:rPr lang="en-US" dirty="0" err="1"/>
              <a:t>localStorage</a:t>
            </a:r>
            <a:r>
              <a:rPr lang="en-US" dirty="0"/>
              <a:t> (client-side historical saving records).</a:t>
            </a:r>
          </a:p>
          <a:p>
            <a:pPr marL="342900" indent="-342900">
              <a:buFontTx/>
              <a:buChar char="-"/>
            </a:pPr>
            <a:r>
              <a:rPr lang="en-US" dirty="0"/>
              <a:t>- Build/Tooling: </a:t>
            </a:r>
            <a:r>
              <a:rPr lang="en-US" dirty="0" err="1"/>
              <a:t>npm</a:t>
            </a:r>
            <a:r>
              <a:rPr lang="en-US" dirty="0"/>
              <a:t> scripts, Vite build pipeline.</a:t>
            </a:r>
          </a:p>
        </p:txBody>
      </p:sp>
    </p:spTree>
    <p:extLst>
      <p:ext uri="{BB962C8B-B14F-4D97-AF65-F5344CB8AC3E}">
        <p14:creationId xmlns:p14="http://schemas.microsoft.com/office/powerpoint/2010/main" val="214868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1831-6846-427E-64BB-10140215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831684-E944-D21A-AEB7-C0CD07568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31271-7B83-E6B0-4697-A9B3A4A0B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3AC6F-97B4-C038-5116-BCDB0E747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28259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User enters monthly income, expenses, and loan details (amount + tenure).</a:t>
            </a:r>
          </a:p>
          <a:p>
            <a:pPr marL="342900" indent="-342900">
              <a:buFontTx/>
              <a:buChar char="-"/>
            </a:pPr>
            <a:r>
              <a:rPr lang="en-US" dirty="0"/>
              <a:t> App computes per-loan monthly EMI and total monthly commitment.</a:t>
            </a:r>
          </a:p>
          <a:p>
            <a:pPr marL="342900" indent="-342900">
              <a:buFontTx/>
              <a:buChar char="-"/>
            </a:pPr>
            <a:r>
              <a:rPr lang="en-US" dirty="0"/>
              <a:t>Analyze action calls backend for risk and summary insight.</a:t>
            </a:r>
          </a:p>
          <a:p>
            <a:pPr marL="342900" indent="-342900">
              <a:buFontTx/>
              <a:buChar char="-"/>
            </a:pPr>
            <a:r>
              <a:rPr lang="en-US" dirty="0"/>
              <a:t>User sets monthly savings and reviews updated balance after saving.</a:t>
            </a:r>
          </a:p>
          <a:p>
            <a:pPr marL="342900" indent="-342900">
              <a:buFontTx/>
              <a:buChar char="-"/>
            </a:pPr>
            <a:r>
              <a:rPr lang="en-US" dirty="0"/>
              <a:t> Prepayment planner applies extra payment to selected loan and shows revised payoff timeline.</a:t>
            </a:r>
          </a:p>
          <a:p>
            <a:r>
              <a:rPr lang="en-US" dirty="0"/>
              <a:t> User tracks monthly progression through ledger and dashboard metrics.</a:t>
            </a:r>
          </a:p>
        </p:txBody>
      </p:sp>
    </p:spTree>
    <p:extLst>
      <p:ext uri="{BB962C8B-B14F-4D97-AF65-F5344CB8AC3E}">
        <p14:creationId xmlns:p14="http://schemas.microsoft.com/office/powerpoint/2010/main" val="72113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2F5D3-4344-4362-805C-8F963B27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FB6C13-3B8B-52D8-104D-1E08E396A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824925-7E47-111A-5B2A-714F7E54B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92949-4812-3723-5970-052C9D70C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Better borrowing clarity before taking new loans.</a:t>
            </a:r>
          </a:p>
          <a:p>
            <a:pPr marL="342900" indent="-342900">
              <a:buFontTx/>
              <a:buChar char="-"/>
            </a:pPr>
            <a:r>
              <a:rPr lang="en-US" dirty="0"/>
              <a:t>- Faster debt closure through surplus-based prepayment decisions.</a:t>
            </a:r>
          </a:p>
          <a:p>
            <a:pPr marL="342900" indent="-342900">
              <a:buFontTx/>
              <a:buChar char="-"/>
            </a:pPr>
            <a:r>
              <a:rPr lang="en-US" dirty="0"/>
              <a:t>- Improved monthly budgeting discipline via explicit balance-after-saving visibility.</a:t>
            </a:r>
          </a:p>
          <a:p>
            <a:pPr marL="342900" indent="-342900">
              <a:buFontTx/>
              <a:buChar char="-"/>
            </a:pPr>
            <a:r>
              <a:rPr lang="en-US" dirty="0"/>
              <a:t>- Reduced financial stress through transparent, actionable planning.</a:t>
            </a:r>
          </a:p>
          <a:p>
            <a:pPr marL="342900" indent="-342900">
              <a:buFontTx/>
              <a:buChar char="-"/>
            </a:pPr>
            <a:r>
              <a:rPr lang="en-US" dirty="0"/>
              <a:t>- Stronger financial literacy using simple scenario-driven insights.</a:t>
            </a:r>
          </a:p>
        </p:txBody>
      </p:sp>
    </p:spTree>
    <p:extLst>
      <p:ext uri="{BB962C8B-B14F-4D97-AF65-F5344CB8AC3E}">
        <p14:creationId xmlns:p14="http://schemas.microsoft.com/office/powerpoint/2010/main" val="200124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0058-2A1B-9A2D-4ACF-404877CE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AED9E8-8E9E-772E-A148-23AF520FE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8C520-B6A8-E5A5-6C12-E50EB51E1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0CB7A-4CE2-C98F-181A-2955692E4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06918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Interest savings estimation for prepayment scenarios.</a:t>
            </a:r>
          </a:p>
          <a:p>
            <a:r>
              <a:rPr lang="en-US" dirty="0"/>
              <a:t>- Multi-scenario comparison (conservative vs aggressive payoff plans).</a:t>
            </a:r>
          </a:p>
          <a:p>
            <a:r>
              <a:rPr lang="en-US" dirty="0"/>
              <a:t>- Exportable reports (PDF/CSV) for personal finance review.</a:t>
            </a:r>
          </a:p>
          <a:p>
            <a:r>
              <a:rPr lang="en-US" dirty="0"/>
              <a:t>- Notifications/reminders for savings and prepayment targets.</a:t>
            </a:r>
          </a:p>
          <a:p>
            <a:r>
              <a:rPr lang="en-US" dirty="0"/>
              <a:t>- Credit score and debt-to-income trend correlation.</a:t>
            </a:r>
          </a:p>
          <a:p>
            <a:r>
              <a:rPr lang="en-US" dirty="0"/>
              <a:t>- Cloud sync and user accounts for multi-device history.</a:t>
            </a:r>
          </a:p>
          <a:p>
            <a:r>
              <a:rPr lang="en-US" dirty="0"/>
              <a:t>- Predictive recommendations using historical spending/savings patterns.</a:t>
            </a:r>
          </a:p>
        </p:txBody>
      </p:sp>
    </p:spTree>
    <p:extLst>
      <p:ext uri="{BB962C8B-B14F-4D97-AF65-F5344CB8AC3E}">
        <p14:creationId xmlns:p14="http://schemas.microsoft.com/office/powerpoint/2010/main" val="362467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9BC0-B449-3880-DCF1-3623A942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3DCD4-1187-52B4-EA97-0B89E26E6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34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C69965-D790-CADB-8E84-39390523C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828"/>
            <a:ext cx="9144000" cy="2387600"/>
          </a:xfrm>
        </p:spPr>
        <p:txBody>
          <a:bodyPr/>
          <a:lstStyle/>
          <a:p>
            <a:r>
              <a:rPr lang="en-IN" b="1" dirty="0">
                <a:latin typeface="Montserrat" panose="00000500000000000000" pitchFamily="2" charset="0"/>
              </a:rPr>
              <a:t>Team Info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A35DE3-EB13-2BDB-C6EF-256EC4ACC7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96697" y="3691256"/>
            <a:ext cx="6195089" cy="147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Rishi </a:t>
            </a:r>
            <a:r>
              <a:rPr lang="en-US" sz="18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Bagodi</a:t>
            </a:r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: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Frontend UI/UX</a:t>
            </a: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Aditya :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Frontend calculations and state logic</a:t>
            </a: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Bhuvan: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Backend API and advice engine</a:t>
            </a:r>
          </a:p>
          <a:p>
            <a:pPr algn="l"/>
            <a:r>
              <a:rPr lang="en-US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Darshan: </a:t>
            </a:r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QA, integration, and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13536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753</Words>
  <Application>Microsoft Office PowerPoint</Application>
  <PresentationFormat>Widescreen</PresentationFormat>
  <Paragraphs>77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Open sans</vt:lpstr>
      <vt:lpstr>Office Theme</vt:lpstr>
      <vt:lpstr>LoanLens</vt:lpstr>
      <vt:lpstr>Problem Statement</vt:lpstr>
      <vt:lpstr>Target Audience</vt:lpstr>
      <vt:lpstr>Existing Solutions</vt:lpstr>
      <vt:lpstr>Gaps &amp; Opportunities</vt:lpstr>
      <vt:lpstr>Your Solution</vt:lpstr>
      <vt:lpstr>Key Features</vt:lpstr>
      <vt:lpstr>System Architecture</vt:lpstr>
      <vt:lpstr>Tech Stack</vt:lpstr>
      <vt:lpstr>Workflow</vt:lpstr>
      <vt:lpstr>Impact</vt:lpstr>
      <vt:lpstr>Future Scope</vt:lpstr>
      <vt:lpstr>Team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Pranav</dc:creator>
  <cp:lastModifiedBy>Aditya Raj</cp:lastModifiedBy>
  <cp:revision>22</cp:revision>
  <dcterms:created xsi:type="dcterms:W3CDTF">2026-04-04T11:36:02Z</dcterms:created>
  <dcterms:modified xsi:type="dcterms:W3CDTF">2026-04-06T09:43:30Z</dcterms:modified>
</cp:coreProperties>
</file>